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89" d="100"/>
          <a:sy n="89" d="100"/>
        </p:scale>
        <p:origin x="130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  <pc:spChg chg="mod">
          <ac:chgData name="Saikat Baul" userId="dae859d7-ea3e-4a5d-83a1-d953f3940120" providerId="ADAL" clId="{C6A6FCEC-4417-450F-BCDE-5CA5509732F0}" dt="2025-03-01T08:35:44.127" v="22" actId="120"/>
          <ac:spMkLst>
            <pc:docMk/>
            <pc:sldMk cId="2664565021" sldId="256"/>
            <ac:spMk id="24" creationId="{C2082529-78D7-4EA7-BFF9-A1D1F62040C8}"/>
          </ac:spMkLst>
        </pc:spChg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  <pc:spChg chg="mod">
          <ac:chgData name="Saikat Baul" userId="dae859d7-ea3e-4a5d-83a1-d953f3940120" providerId="ADAL" clId="{C6A6FCEC-4417-450F-BCDE-5CA5509732F0}" dt="2025-03-03T13:51:46.327" v="97" actId="20577"/>
          <ac:spMkLst>
            <pc:docMk/>
            <pc:sldMk cId="3411684674" sldId="306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  <pc:spChg chg="mod">
          <ac:chgData name="Saikat Baul" userId="dae859d7-ea3e-4a5d-83a1-d953f3940120" providerId="ADAL" clId="{C6A6FCEC-4417-450F-BCDE-5CA5509732F0}" dt="2025-03-03T13:59:08.010" v="135" actId="20577"/>
          <ac:spMkLst>
            <pc:docMk/>
            <pc:sldMk cId="3411684674" sldId="307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  <pc:spChg chg="mod">
          <ac:chgData name="Saikat Baul" userId="dae859d7-ea3e-4a5d-83a1-d953f3940120" providerId="ADAL" clId="{C6A6FCEC-4417-450F-BCDE-5CA5509732F0}" dt="2025-03-03T14:00:11.833" v="137" actId="20577"/>
          <ac:spMkLst>
            <pc:docMk/>
            <pc:sldMk cId="3411684674" sldId="308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  <pc:spChg chg="mod">
          <ac:chgData name="Saikat Baul" userId="dae859d7-ea3e-4a5d-83a1-d953f3940120" providerId="ADAL" clId="{C6A6FCEC-4417-450F-BCDE-5CA5509732F0}" dt="2025-03-03T14:02:44.495" v="148" actId="313"/>
          <ac:spMkLst>
            <pc:docMk/>
            <pc:sldMk cId="3411684674" sldId="310"/>
            <ac:spMk id="2" creationId="{00000000-0000-0000-0000-000000000000}"/>
          </ac:spMkLst>
        </pc:spChg>
        <pc:spChg chg="mod">
          <ac:chgData name="Saikat Baul" userId="dae859d7-ea3e-4a5d-83a1-d953f3940120" providerId="ADAL" clId="{C6A6FCEC-4417-450F-BCDE-5CA5509732F0}" dt="2025-03-03T14:04:58.450" v="149"/>
          <ac:spMkLst>
            <pc:docMk/>
            <pc:sldMk cId="3411684674" sldId="31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>
                <a:solidFill>
                  <a:schemeClr val="tx2"/>
                </a:solidFill>
              </a:rPr>
              <a:t>Lab task 1</a:t>
            </a:r>
          </a:p>
          <a:p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9170807" y="3599399"/>
            <a:ext cx="2860326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Jubayer </a:t>
            </a:r>
            <a:r>
              <a:rPr lang="en-US" sz="2400" dirty="0" err="1">
                <a:solidFill>
                  <a:srgbClr val="7030A0"/>
                </a:solidFill>
              </a:rPr>
              <a:t>ahamed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0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000" cap="none" dirty="0">
                <a:solidFill>
                  <a:schemeClr val="tx1"/>
                </a:solidFill>
              </a:rPr>
              <a:t> 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extLst>
              <a:ext uri="{FF2B5EF4-FFF2-40B4-BE49-F238E27FC236}">
                <a16:creationId xmlns:a16="http://schemas.microsoft.com/office/drawing/2014/main" id="{344270E6-900A-ECC5-70F8-9779BC90F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854" y="467859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77D435-A5B1-F296-B90B-4CE6D7D1AC8D}"/>
              </a:ext>
            </a:extLst>
          </p:cNvPr>
          <p:cNvSpPr txBox="1"/>
          <p:nvPr/>
        </p:nvSpPr>
        <p:spPr>
          <a:xfrm>
            <a:off x="6438364" y="5487699"/>
            <a:ext cx="5512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https://scholar.google.com/citations?view_op=list_works&amp;hl=en&amp;hl=en&amp;user=WXtW1XMAAAAJ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419</Words>
  <Application>Microsoft Office PowerPoint</Application>
  <PresentationFormat>Widescreen</PresentationFormat>
  <Paragraphs>65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Gill Sans MT</vt:lpstr>
      <vt:lpstr>Wingdings</vt:lpstr>
      <vt:lpstr>Wingdings 2</vt:lpstr>
      <vt:lpstr>Dividend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BORSHON DEBNATH</cp:lastModifiedBy>
  <cp:revision>51</cp:revision>
  <dcterms:created xsi:type="dcterms:W3CDTF">2019-05-13T08:37:20Z</dcterms:created>
  <dcterms:modified xsi:type="dcterms:W3CDTF">2025-11-08T07:36:44Z</dcterms:modified>
</cp:coreProperties>
</file>